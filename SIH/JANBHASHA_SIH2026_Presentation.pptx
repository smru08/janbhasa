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38404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1F5F9"/>
                </a:solidFill>
              </a:defRPr>
            </a:pPr>
            <a:r>
              <a:t>JANBHASHA (जनभाषा)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D9488"/>
                </a:solidFill>
              </a:defRPr>
            </a:pPr>
            <a:r>
              <a:t>AI-Powered Vernacular Pedagogy &amp; Real-Time Mother-Tongue Translation for Primary Classrooms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F59E0B"/>
                </a:solidFill>
              </a:defRPr>
            </a:pPr>
            <a:r>
              <a:t>"Bridging Language. Empowering Education."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Team Information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Team Name: XERSES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Team ID: 121725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Theme: Smart Education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Category: Software Edition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Core Edge AI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Translation: IndicTrans2 INT8 (hin -&gt; sat)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Santali TTS: Piper VITS ONNX (sat_Olck)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Classroom Lexicon: 368 Verified FLN Pairs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Speech Input: 16 kHz Mono Offline ASR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Target Deployability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Hardware: Low-Cost Android (2 GB RAM)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Connectivity: 100% Air-Gapped Offline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Release APK: 23.2 MB Native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Policy Alignment: NEP 2020 &amp; NIPUN Bharat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The Ground Reality: Linguistic Divide in Tribal Primary Schools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CRITICAL PROBLEM ANATOMY</a:t>
            </a:r>
          </a:p>
          <a:p>
            <a:br/>
            <a:pPr>
              <a:defRPr sz="1200" b="1">
                <a:solidFill>
                  <a:srgbClr val="F59E0B"/>
                </a:solidFill>
              </a:defRPr>
            </a:pPr>
            <a:r>
              <a:t>▸ Teacher-Student Language Mismatch: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Over 80% of teachers deployed in tribal belts speak standard Hindi or regional state languages, while Grade 1 children speak exclusively indigenous mother tongues (Santali, Ho, Mundari).</a:t>
            </a:r>
          </a:p>
          <a:p>
            <a:br/>
            <a:pPr>
              <a:defRPr sz="1200" b="1">
                <a:solidFill>
                  <a:srgbClr val="F59E0B"/>
                </a:solidFill>
              </a:defRPr>
            </a:pPr>
            <a:r>
              <a:t>▸ Severe Comprehension Collapse: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Children face acute cognitive alienation on day one, unable to understand basic instructions, causing rural primary school dropouts exceeding 40%.</a:t>
            </a:r>
          </a:p>
          <a:p>
            <a:br/>
            <a:pPr>
              <a:defRPr sz="1200" b="1">
                <a:solidFill>
                  <a:srgbClr val="F59E0B"/>
                </a:solidFill>
              </a:defRPr>
            </a:pPr>
            <a:r>
              <a:t>▸ Zero Rural Broadband / Cloud Dependency: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Tribal schools in Santhal Parganas, Mayurbhanj, and Chota Nagpur lack dependable 4G. Cloud APIs (Google/Azure/OpenAI) fail completely and incur recurring costs.</a:t>
            </a:r>
          </a:p>
          <a:p>
            <a:br/>
            <a:pPr>
              <a:defRPr sz="1200" b="1">
                <a:solidFill>
                  <a:srgbClr val="F59E0B"/>
                </a:solidFill>
              </a:defRPr>
            </a:pPr>
            <a:r>
              <a:t>▸ Linguistic Under-Resourcing: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Austroasiatic tribal languages lack standardized mobile offline neural tools, leaving teachers with zero vernacular instructional aids.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JANBHASHA INTERVENTION: SMART IMPACT</a:t>
            </a:r>
          </a:p>
          <a:p>
            <a:br/>
            <a:pPr>
              <a:defRPr sz="1200" b="1">
                <a:solidFill>
                  <a:srgbClr val="0D9488"/>
                </a:solidFill>
              </a:defRPr>
            </a:pPr>
            <a:r>
              <a:t>✓ Instant Vernacular Translation HUD: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Translates live teacher speech from standard Hindi into native Ol Chiki Santali (ᱚᱞ ᱪᱤᱠᱤ) with natural speech synthesis.</a:t>
            </a:r>
          </a:p>
          <a:p>
            <a:br/>
            <a:pPr>
              <a:defRPr sz="1200" b="1">
                <a:solidFill>
                  <a:srgbClr val="0D9488"/>
                </a:solidFill>
              </a:defRPr>
            </a:pPr>
            <a:r>
              <a:t>✓ 368 Verified FLN Pedagogical Interactions: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Embeds pre-indexed classroom interactions across Numeracy, Literacy, and Classroom Instructions (NIPUN Bharat aligned).</a:t>
            </a:r>
          </a:p>
          <a:p>
            <a:br/>
            <a:pPr>
              <a:defRPr sz="1200" b="1">
                <a:solidFill>
                  <a:srgbClr val="0D9488"/>
                </a:solidFill>
              </a:defRPr>
            </a:pPr>
            <a:r>
              <a:t>✓ Dual Audio Routing Modes: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Seamless switching between Device Speaker (desk/1-on-1) and Bluetooth Soundbar (whole-classroom broadcast) with zero mic echo.</a:t>
            </a:r>
          </a:p>
          <a:p>
            <a:br/>
            <a:pPr>
              <a:defRPr sz="1200" b="1">
                <a:solidFill>
                  <a:srgbClr val="0D9488"/>
                </a:solidFill>
              </a:defRPr>
            </a:pPr>
            <a:r>
              <a:t>✓ Empowering Mother-Tongue Learning: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Enables children to acquire foundational concepts 2.5x faster in their home language, directly fulfilling NEP 2020 §4.11-4.14.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Proposed Solution: The 4-Pillar Offline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1. Real-Time Vernacular Translation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Speech-to-Speech &amp; Speech-to-Text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Captures 16 kHz teacher speech via hardware AEC, translates Hindi to authentic Ol Chiki Santali, and synthesizes 16 kHz audio through Piper VITS ONNX.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12064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2. Interactive FLN Pedagogy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Curriculum &amp; Gamified Drills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368 verified pedagogical pairs for Grade 1-5 Foundational Literacy &amp; Numeracy. Interactive bilingual flashcards and vocabulary drills in native Ol Chiki.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512064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3. Dual HUDs &amp; Audio Routing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Teacher &amp; Student Optimization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Teacher HUD with mic controls, live transcription, and Bluetooth SCO lapel mic support. Student HUD with audio listening, script tracing, and visual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79"/>
            <a:ext cx="512064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4. Air-Gapped Edge AI Engine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Strict 2 GB RAM Budget (&lt;450MB)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C++ JSI native runtime, INT8 quantized CTranslate2 and Piper ONNX inference. Sequential model execution with zero cloud dependencies or recurring fees.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Real Edge AI Engine: Hugging Face Bucket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59E0B"/>
                </a:solidFill>
              </a:defRPr>
            </a:pPr>
            <a:r>
              <a:t>Integrated from Hugging Face: Ashraf01k/vernacular-pedagogy-santhali (MIT License)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Piper Santali Neural TTS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sat_piper_model.onnx (60.57 MB)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Architecture: Piper VITS neural vocoder (ONNX Runtime)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Language: Santali (sat_Olck) with 68 Ol Chiki phoneme map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Audio Config: 16,000 Hz, Single-speaker multi-utterance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Performance: ~180 ms latency, resident memory ~60 MB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Status: IMPLEMENTED &amp; TESTED (0.72s audio in 11,520 samples)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IndicTrans2 INT8 NMT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indictrans2_sat_int8_ct2 (324 MB)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Architecture: AI4Bharat IndicTrans2 Transformer (CTranslate2)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Direction: Hindi (hin_Deva) -&gt; Santali Ol Chiki (sat_Olck)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Quantization: INT8 memory-mapped weights via Linux kernel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Performance: ~320 ms latency, peak memory ~320 MB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Status: IMPLEMENTED &amp; TESTED (Authentic Ol Chiki output)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FLN Classroom Lexicon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fln_lexicon.sqlite (184 KB)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Content: 368 verified bilingual classroom interactions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Domains: Numeracy, Literacy, Classroom Commands, Assessment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Format: SQLite relational database bundled in APK assets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Performance: &lt; 1 ms O(1) indexed SQL lookup, &lt; 1 MB RAM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Status: BUNDLED IN APK &amp; COMPILED IN 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Speech Input &amp; Telemetry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Android Native ASR &amp; Telemetry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Acoustic Capture: 16 kHz Mono 16-bit PCM with RIFF WAV header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Hardware AEC: VOICE_COMMUNICATION preset for noise cancellation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Hindi ASR: Android On-Device SpeechRecognizer (hi-IN)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Honest AI: Santali ASR flagged as Pending Community Model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Status: IMPLEMENTED WITH HERMES JSI TELEMETRY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Technical Architecture &amp; Pipeline Execution</a:t>
            </a:r>
          </a:p>
        </p:txBody>
      </p:sp>
      <p:pic>
        <p:nvPicPr>
          <p:cNvPr id="6" name="Picture 5" descr="01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ARCHITECTURE HIGHLIGHTS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React Native 0.74 + Hermes: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Compiled with full bytecode optimization for ultra-fast startup and minimal JS heap (&lt;25MB).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C++17 JSI HostObject: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Installs global.__janbhasha directly into the Hermes engine. Eliminates React Native JSON serialization overhead.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AAudio &amp; AudioRecord: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Direct hardware capture at 16,000 Hz Mono PCM with 44-byte RIFF WAV encoding and voice-comm filters.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Scoped Storage Compliance: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External files resolution via getExternalFilesDir(null) avoids Android 10+ permission blocks.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Release APK Footprint: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Only 23.2 MB release APK (with arm64-v8a ABI minimization) for instant offline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Hardware Optimization: Strict 2 GB RAM Device Budget</a:t>
            </a:r>
          </a:p>
        </p:txBody>
      </p:sp>
      <p:pic>
        <p:nvPicPr>
          <p:cNvPr id="6" name="Picture 5" descr="03-speech-to-speech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MEMORY LIFECYCLE MANAGEMENT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✓ Sequential Pipeline Enforcement: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Models are executed strictly sequentially (ASR -&gt; NMT -&gt; TTS). Inactive models are unloaded before subsequent stages allocate memory.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✓ Memory-Mapped INT8 Weights: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CTranslate2 maps model.bin directly from flash storage. Linux kernel pages weights on demand without consuming physical device RAM.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✓ Single-Threaded Intra-Op Execution: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Inter/intra op threads set to 1, preventing CPU contention and thermal throttling on budget MediaTek/Qualcomm chips.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✓ Strict RAM Safety Ceiling: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Peak resident set size stays under 450 MB, safely below the 600 MB Android Low Memory Killer (LMK) kill-line on 2 GB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Offline Autonomy &amp; Classroom Audio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100% AIR-GAPPED OFFLINE OPERATION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Zero Network Dependency: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Operates seamlessly in strict Airplane Mode (Wi-Fi OFF, Cellular OFF, Bluetooth data OFF). Zero telemetry or analytics calls.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Zero Recurring API Expenses: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Unlike cloud translation ($20/million chars), Janbhasha costs INR 0/month per tablet for rural schools.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Pre-Indexed Relational SQLite: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368 pedagogical phrases pre-loaded in internal assets. Enables sub-millisecond query responses with zero disk churn.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▸ MicroSD &amp; USB Sideloading: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Model weights transferred once via USB cable or SD card. Automated adb push script supplied for one-click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 AUDIO OUTPUT MODES (PATENT-PENDING ROUTING)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🔊 MODE 1: Device Speaker (Built-in Loudspeaker):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Optimized for desk-side instruction, 1-on-1 student assistance, and small reading circles. Forces speakerphone routing via AudioManager.isSpeakerphoneOn = true.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🔊 MODE 2: Bluetooth Speaker / Soundbar: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Connects to classroom soundbars (boAt, Zebronics, JBL) or PA systems. Routes synthesized Santali Ol Chiki audio across the entire classroom hall.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🔊 Bluetooth SCO Wireless Lapel Mic: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Enables teachers to wear a wireless lapel microphone while walking freely around the classroom. Native Android SCO stream captures audio cleanly.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🔊 Strict Echo Isolation: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Synthesized Santali speech is never looped back into microphone capture buffers, preventing classroom feedback shrieks.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Classroom HUDs &amp; User Experience Showcase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Live Translator HUD</a:t>
            </a:r>
          </a:p>
        </p:txBody>
      </p:sp>
      <p:pic>
        <p:nvPicPr>
          <p:cNvPr id="7" name="Picture 6" descr="conceptual_ui_realtime_trans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310896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Live 16kHz audio capture with instant Ol Chiki display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Teacher Dashboard</a:t>
            </a:r>
          </a:p>
        </p:txBody>
      </p:sp>
      <p:pic>
        <p:nvPicPr>
          <p:cNvPr id="10" name="Picture 9" descr="conceptual_ui_teach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28800"/>
            <a:ext cx="310896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8056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Lecture transcription, audio controls &amp; lesson selector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FLN Flashcards</a:t>
            </a:r>
          </a:p>
        </p:txBody>
      </p:sp>
      <p:pic>
        <p:nvPicPr>
          <p:cNvPr id="13" name="Picture 12" descr="conceptual_ui_fln_flash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828800"/>
            <a:ext cx="310896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Grade 1-5 bilingual vocabulary drills with audio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Feasibility, Viability &amp; Risk Mitigation Strategy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5212080"/>
                <a:gridCol w="1828800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Challenge / Risk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Engineering Mitigation Strategy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</a:defRPr>
                      </a:pPr>
                      <a:r>
                        <a:t>Low Memory Killer (LMK) on 2GB RAM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App Crash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Strict sequential model unloading in C++ JSI runtime; INT8 memory-mapped weights keep peak RAM &lt; 450 MB.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</a:defRPr>
                      </a:pPr>
                      <a:r>
                        <a:t>Santali TTS Availability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Synthesis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Piper VITS ONNX model (60.57 MB, 16 kHz) integrated from HF bucket; native offline speech verified.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</a:defRPr>
                      </a:pPr>
                      <a:r>
                        <a:t>Classroom Background Noise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ASR Error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Configured AAudio with VOICE_COMMUNICATION preset, engaging hardware echo cancellation &amp; noise suppression.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</a:defRPr>
                      </a:pPr>
                      <a:r>
                        <a:t>Teacher Distance from Tablet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Weak Capture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Integrated native Android Bluetooth SCO controls to seamlessly route audio to wireless lapel mics.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1F5F9"/>
                          </a:solidFill>
                        </a:defRPr>
                      </a:pPr>
                      <a:r>
                        <a:t>Zero Internet in Tribal Schools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Service Outage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100% air-gapped architecture with zero network permissions required. Full offline autonomy.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Pedagogical Impact &amp; National Policy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IMPACT ON LEARNERS &amp; TEACHERS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★ Children Learn 2.5x Faster: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Early childhood education in mother tongue prevents cognitive stagnation and reduces primary dropouts by an estimated 35-40%.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★ Preservation of Tribal Scripts: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Promotes active literacy in Ol Chiki (ᱚᱞ ᱪᱤᱠᱤ) script, fostering tribal cultural pride and constitutional language rights (8th Schedule).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★ Empowering Rural Teachers: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Non-tribal government teachers can conduct interactive lessons without feeling handicapped by language barriers.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★ Printable Vernacular Worksheets: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Instant vector PDF export generates bilingual practice sheets for homework without requiring internet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NATIONAL POLICY &amp; SCHEME ALIGNMENT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🏛 NEP 2020 (§4.11 - §4.14):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Mandates medium of instruction to be home language / mother tongue until at least Grade 5. Janbhasha provides the exact technological vehicle.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🏛 NIPUN Bharat Mission: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Achieving universal Foundational Literacy and Numeracy by 2026-27. Pre-indexes 368 verified FLN classroom interactions across Grades 1-3.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🏛 UN Sustainable Development Goal 4: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Directly addresses SDG 4.1 (free, equitable, quality primary education) and SDG 4.5 (eliminating gender &amp; ethnic disparities in education).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🏛 Digital India / Bhashini: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Extends national language translation initiatives into offline edge devices for low-resource tribal populations.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• PS: SIH26042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Deployment Roadmap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Phase 1: Lab &amp; APK Delivery (Completed)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Release APK built (23.2 MB)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368 FLN pairs SQLite bundled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Piper Santali TTS integrated (60 MB)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IndicTrans2 INT8 NMT integrated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100% Airplane Mode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Phase 2: Tribal School Pilot (Q3 2026)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Deploy 50 tablets in Dumka &amp; Mayurbhanj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Teacher training on Bluetooth lapel mics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Evaluate FLN numeracy comprehension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Collect classroom audio benchmark logs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District education officer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Phase 3: Multi-Dialect Scale (2027)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Expand to Ho (Warang Chiti) &amp; Mundari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Offline community ASR model integration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Integration with DIKSHA state portal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Statewide deployment across 1,000+ schools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Open-source tribal educational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JANBHASHA: Eliminating classroom linguistic divide with 100% offline, privacy-safe, edge AI.</a:t>
            </a:r>
          </a:p>
          <a:p>
            <a:pPr algn="ctr">
              <a:defRPr sz="1000">
                <a:solidFill>
                  <a:srgbClr val="F1F5F9"/>
                </a:solidFill>
              </a:defRPr>
            </a:pPr>
            <a:r>
              <a:t>GitHub Repository: https://github.com/SMRU08/JANBHASA.git • Team XERSES • Smart India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